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0c77135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c0c77135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0c77135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c0c77135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0c77135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0c77135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0c77135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0c77135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c0c77135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c0c77135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0c77135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c0c77135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0c771357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c0c771357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0c771357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c0c77135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0c771357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c0c77135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c0c771357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c0c771357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c0c771357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c0c771357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0c771357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c0c771357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0c771357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c0c771357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c0c771357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c0c771357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0c771357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c0c771357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c0c771357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c0c771357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c0c771357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c0c771357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c0c771357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c0c771357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rnmz/lesson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rnmz/lesson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Python: Визуальная новелла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мы будем делать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Внедрим аудио сопровождение на каждом этапе игры (под каждую сцену)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Микшер музыки в настройках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Сохранение и загрузку с места, где мы остановились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Смену фона и персонажей на разных этапах игры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вам нужно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файлы героев в png (названия файлов лучше переименовать в имена героев)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файлы музыки (поменяйте названия файлов на название_сцены.mp3)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файлы фона в png </a:t>
            </a:r>
            <a:r>
              <a:rPr lang="ru">
                <a:solidFill>
                  <a:schemeClr val="dk1"/>
                </a:solidFill>
              </a:rPr>
              <a:t>(поменяйте названия файлов на название_сцены.png)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Ваш сюжет :)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чего-то нету - </a:t>
            </a:r>
            <a:r>
              <a:rPr lang="ru" u="sng">
                <a:solidFill>
                  <a:schemeClr val="hlink"/>
                </a:solidFill>
                <a:hlinkClick r:id="rId3"/>
              </a:rPr>
              <a:t>github.com/rnmz/lessons</a:t>
            </a:r>
            <a:r>
              <a:rPr lang="ru">
                <a:solidFill>
                  <a:schemeClr val="dk1"/>
                </a:solidFill>
              </a:rPr>
              <a:t> тут вы сможете найти мои файлы.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72" name="Google Shape;72;p16" title="Screenshot 2026-05-04 at 22.07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375" y="661263"/>
            <a:ext cx="543041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78" name="Google Shape;78;p17" title="Screenshot 2026-05-04 at 22.08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000" y="445025"/>
            <a:ext cx="525704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186250" y="25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84" name="Google Shape;84;p18" title="Screenshot 2026-05-04 at 22.08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9550"/>
            <a:ext cx="8839198" cy="3818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90" name="Google Shape;90;p19" title="Screenshot 2026-05-04 at 22.08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6600"/>
            <a:ext cx="8839198" cy="27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96" name="Google Shape;96;p20" title="Screenshot 2026-05-04 at 22.09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450" y="661263"/>
            <a:ext cx="604776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231050" y="185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02" name="Google Shape;102;p21" title="Screenshot 2026-05-04 at 22.09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513" y="802750"/>
            <a:ext cx="735052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08" name="Google Shape;108;p22" title="Screenshot 2026-05-04 at 22.09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950" y="661263"/>
            <a:ext cx="59270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14" name="Google Shape;114;p23" title="Screenshot 2026-05-04 at 22.10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50" y="1017725"/>
            <a:ext cx="798069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20" name="Google Shape;120;p24" title="Screenshot 2026-05-04 at 22.1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6563"/>
            <a:ext cx="8839203" cy="19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26" name="Google Shape;126;p25" title="Screenshot 2026-05-04 at 22.11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6700"/>
            <a:ext cx="8839199" cy="2370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32" name="Google Shape;132;p26" title="Screenshot 2026-05-04 at 22.11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89475"/>
            <a:ext cx="822960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38" name="Google Shape;138;p27" title="Screenshot 2026-05-04 at 22.11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3625"/>
            <a:ext cx="8839200" cy="3222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44" name="Google Shape;144;p28" title="Screenshot 2026-05-04 at 22.11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2200"/>
            <a:ext cx="8839200" cy="34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50" name="Google Shape;150;p29" title="Screenshot 2026-05-04 at 22.11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152525"/>
            <a:ext cx="76962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ru.json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Этот файл слишком длинный, скопируйте из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github.com/rnmz/lessons</a:t>
            </a:r>
            <a:r>
              <a:rPr lang="ru" sz="2400">
                <a:solidFill>
                  <a:schemeClr val="dk1"/>
                </a:solidFill>
              </a:rPr>
              <a:t> файл ru.json и измените текст под ваш сюжет.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Чему вы научились</a:t>
            </a:r>
            <a:endParaRPr/>
          </a:p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Перевод сюжета на разные языки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Работа с аудио в pygame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Отрисовка текста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Динамическая смена фона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Микшер аудио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Смена музыки в зависимости от сцены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Разные экраны приложения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