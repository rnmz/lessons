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matic SC"/>
      <p:regular r:id="rId19"/>
      <p:bold r:id="rId20"/>
    </p:embeddedFont>
    <p:embeddedFont>
      <p:font typeface="Source Code Pr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.fntdata"/><Relationship Id="rId10" Type="http://schemas.openxmlformats.org/officeDocument/2006/relationships/slide" Target="slides/slide5.xml"/><Relationship Id="rId21" Type="http://schemas.openxmlformats.org/officeDocument/2006/relationships/font" Target="fonts/SourceCodePro-regular.fntdata"/><Relationship Id="rId13" Type="http://schemas.openxmlformats.org/officeDocument/2006/relationships/slide" Target="slides/slide8.xml"/><Relationship Id="rId24" Type="http://schemas.openxmlformats.org/officeDocument/2006/relationships/font" Target="fonts/SourceCodePro-boldItalic.fntdata"/><Relationship Id="rId12" Type="http://schemas.openxmlformats.org/officeDocument/2006/relationships/slide" Target="slides/slide7.xml"/><Relationship Id="rId23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maticSC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ed4a412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9ed4a412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9ed4a412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9ed4a412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ed4a412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ed4a412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9ed4a412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9ed4a412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ed4a412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9ed4a412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ed4a412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ed4a412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ed4a412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ed4a412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ed4a412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ed4a412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ed4a412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ed4a412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ed4a412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ed4a412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ed4a412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ed4a412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ed4a412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9ed4a412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main.py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Сокращение ссылок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ru" sz="2400">
                <a:latin typeface="Arial"/>
                <a:ea typeface="Arial"/>
                <a:cs typeface="Arial"/>
                <a:sym typeface="Arial"/>
              </a:rPr>
              <a:t>Генерация случайной короткой ссылки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ru" sz="2400">
                <a:latin typeface="Arial"/>
                <a:ea typeface="Arial"/>
                <a:cs typeface="Arial"/>
                <a:sym typeface="Arial"/>
              </a:rPr>
              <a:t>Сохранение короткой ссылки в базу данных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ru" sz="2400">
                <a:latin typeface="Arial"/>
                <a:ea typeface="Arial"/>
                <a:cs typeface="Arial"/>
                <a:sym typeface="Arial"/>
              </a:rPr>
              <a:t>Удаление короткой ссылки из базы данных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ru" sz="2400">
                <a:latin typeface="Arial"/>
                <a:ea typeface="Arial"/>
                <a:cs typeface="Arial"/>
                <a:sym typeface="Arial"/>
              </a:rPr>
              <a:t>Автоматический переход с короткой ссылки на основную ссылку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зависимостей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Открываем среду разработки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В консоли проекта вводим команды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pip install uvicorn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pip install fastapi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Импорт библиотек в main.py</a:t>
            </a:r>
            <a:endParaRPr/>
          </a:p>
        </p:txBody>
      </p:sp>
      <p:pic>
        <p:nvPicPr>
          <p:cNvPr id="74" name="Google Shape;74;p16" title="Screenshot 2026-04-28 at 09.30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4950"/>
            <a:ext cx="8839199" cy="20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Главный код в main.py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28 at 09.29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28679"/>
            <a:ext cx="9143999" cy="378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87" name="Google Shape;87;p18" title="Screenshot 2026-04-28 at 09.32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5025"/>
            <a:ext cx="8839198" cy="2845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main.py</a:t>
            </a:r>
            <a:r>
              <a:rPr lang="ru"/>
              <a:t> </a:t>
            </a:r>
            <a:endParaRPr/>
          </a:p>
        </p:txBody>
      </p:sp>
      <p:pic>
        <p:nvPicPr>
          <p:cNvPr id="93" name="Google Shape;93;p19" title="Screenshot 2026-04-28 at 09.35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5300" y="1093850"/>
            <a:ext cx="6473398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9" name="Google Shape;99;p20" title="Screenshot 2026-04-28 at 09.36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688" y="1093850"/>
            <a:ext cx="6626629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5" name="Google Shape;105;p21" title="Screenshot 2026-04-28 at 09.37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050" y="1093850"/>
            <a:ext cx="7147908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11" name="Google Shape;111;p22" title="Screenshot 2026-04-28 at 09.48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6250"/>
            <a:ext cx="8839202" cy="3365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Добавляем фронтенд</a:t>
            </a:r>
            <a:endParaRPr/>
          </a:p>
        </p:txBody>
      </p:sp>
      <p:pic>
        <p:nvPicPr>
          <p:cNvPr id="117" name="Google Shape;117;p23" title="Screenshot 2026-04-28 at 09.39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50" y="1787525"/>
            <a:ext cx="8143900" cy="1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Промпт для нейросети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Промпт для нейросети: Добавь фронтенд в index.html, на котором можно будет добавлять и удалять ссылки.  Мой код: %ваш код%</a:t>
            </a:r>
            <a:endParaRPr b="1"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возникли проблемы с вайбкодингом - можете скопировать с https://github.com/rnmz/lessons/blob/main/index.html</a:t>
            </a:r>
            <a:endParaRPr b="1"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мы научились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Сегодня мы сделали свой сервис сокращения ссылок. Добавили в неё базу данных, чтобы данные не терялись при перезагрузке сервера, добавили возможность добавления и удаления коротких ссылок. А также н</a:t>
            </a: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емного узнали про prepared statements.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