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c0c77135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c0c77135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c0c77135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c0c77135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c0c771357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c0c771357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c0c771357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c0c771357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c0c771357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c0c771357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c0c771357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c0c771357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c0c771357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c0c771357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c0c771357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c0c771357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c0c771357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c0c771357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c0c771357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c0c771357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c0c771357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c0c771357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dc0c771357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dc0c771357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c0c771357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c0c771357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c0c771357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dc0c771357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c0c771357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c0c771357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c0c771357_1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c0c771357_1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fd7583c01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fd7583c01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fd7583c01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fd7583c01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fd7583c01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fd7583c01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fd7583c01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fd7583c01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fd7583c01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fd7583c01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fd7583c01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dfd7583c01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fd7583c01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fd7583c01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fd7583c01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dfd7583c01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c0c771357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dc0c771357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c0c771357_1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c0c771357_1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fonts.google.com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rnmz/lessons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github.com/rnmz/lessons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Python: Визуальная новелла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мы будем делать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Внедрим аудио сопровождение на каждом этапе игры (под каждую сцену)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Микшер музыки в настройках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Смену языка прямо в игре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Загрузку с места, где мы остановились (если случился вылет)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Смену фона и персонажей на разных этапах игры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Свой собственный шрифт (найти шрифт можно по ссылке </a:t>
            </a:r>
            <a:r>
              <a:rPr lang="ru" u="sng">
                <a:solidFill>
                  <a:schemeClr val="hlink"/>
                </a:solidFill>
                <a:hlinkClick r:id="rId3"/>
              </a:rPr>
              <a:t>fonts.google.com</a:t>
            </a:r>
            <a:r>
              <a:rPr lang="ru">
                <a:solidFill>
                  <a:schemeClr val="dk1"/>
                </a:solidFill>
              </a:rPr>
              <a:t> </a:t>
            </a:r>
            <a:r>
              <a:rPr lang="ru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вам нужно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файлы героев в png (названия файлов лучше переименовать в имена героев)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файлы музыки (поменяйте названия файлов на название_сцены.mp3)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файлы фона в png </a:t>
            </a:r>
            <a:r>
              <a:rPr lang="ru">
                <a:solidFill>
                  <a:schemeClr val="dk1"/>
                </a:solidFill>
              </a:rPr>
              <a:t>(поменяйте названия файлов на название_сцены.png)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Ваш шрифт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Ваш сюжет :)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Если чего-то нету - </a:t>
            </a:r>
            <a:r>
              <a:rPr lang="ru" u="sng">
                <a:solidFill>
                  <a:schemeClr val="hlink"/>
                </a:solidFill>
                <a:hlinkClick r:id="rId3"/>
              </a:rPr>
              <a:t>github.com/rnmz/lessons</a:t>
            </a:r>
            <a:r>
              <a:rPr lang="ru">
                <a:solidFill>
                  <a:schemeClr val="dk1"/>
                </a:solidFill>
              </a:rPr>
              <a:t> тут вы сможете найти мои файлы.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72" name="Google Shape;72;p16" title="Screenshot 2026-05-09 at 11.01.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7925" y="661263"/>
            <a:ext cx="5387935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78" name="Google Shape;78;p17" title="Screenshot 2026-05-09 at 11.01.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4925" y="661263"/>
            <a:ext cx="521403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186250" y="256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84" name="Google Shape;84;p18" title="Screenshot 2026-05-09 at 11.02.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5100" y="829550"/>
            <a:ext cx="7620446" cy="400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90" name="Google Shape;90;p19" title="Screenshot 2026-05-09 at 11.02.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2350" y="740000"/>
            <a:ext cx="583991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96" name="Google Shape;96;p20" title="Screenshot 2026-05-09 at 11.02.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7725"/>
            <a:ext cx="8839204" cy="3457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231050" y="185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02" name="Google Shape;102;p21" title="Screenshot 2026-05-09 at 11.03.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750" y="1233513"/>
            <a:ext cx="8839203" cy="2676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08" name="Google Shape;108;p22" title="Screenshot 2026-05-09 at 11.03.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9550" y="1017725"/>
            <a:ext cx="6264911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14" name="Google Shape;114;p23" title="Screenshot 2026-05-09 at 11.04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19300"/>
            <a:ext cx="8839202" cy="27048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20" name="Google Shape;120;p24" title="Screenshot 2026-05-09 at 11.04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0625"/>
            <a:ext cx="8839200" cy="1642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26" name="Google Shape;126;p25" title="Screenshot 2026-05-09 at 11.05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48075"/>
            <a:ext cx="8839201" cy="1847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32" name="Google Shape;132;p26" title="Screenshot 2026-05-09 at 11.05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500" y="1017725"/>
            <a:ext cx="810464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38" name="Google Shape;138;p27" title="Screenshot 2026-05-09 at 11.05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32500"/>
            <a:ext cx="8839200" cy="2278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44" name="Google Shape;144;p28" title="Screenshot 2026-05-09 at 11.06.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050" y="1017725"/>
            <a:ext cx="792709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50" name="Google Shape;150;p29" title="Screenshot 2026-05-09 at 11.06.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925" y="1017725"/>
            <a:ext cx="793391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56" name="Google Shape;156;p30" title="Screenshot 2026-05-09 at 11.07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81025"/>
            <a:ext cx="8839200" cy="1781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62" name="Google Shape;162;p31" title="Screenshot 2026-05-09 at 11.07.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500" y="1017725"/>
            <a:ext cx="8441012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68" name="Google Shape;168;p32" title="Screenshot 2026-05-09 at 11.08.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9225"/>
            <a:ext cx="8839203" cy="20650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74" name="Google Shape;174;p33" title="Screenshot 2026-05-09 at 11.08.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37463"/>
            <a:ext cx="8839200" cy="2868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80" name="Google Shape;180;p34" title="Screenshot 2026-05-09 at 11.09.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7725"/>
            <a:ext cx="8740683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86" name="Google Shape;186;p35" title="Screenshot 2026-05-09 at 11.10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9100"/>
            <a:ext cx="8839199" cy="3034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92" name="Google Shape;192;p36" title="Screenshot 2026-05-09 at 11.11.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61175"/>
            <a:ext cx="8839200" cy="342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98" name="Google Shape;198;p37" title="Screenshot 2026-05-09 at 11.11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4950" y="1666875"/>
            <a:ext cx="6134100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ru.json</a:t>
            </a:r>
            <a:endParaRPr/>
          </a:p>
        </p:txBody>
      </p:sp>
      <p:sp>
        <p:nvSpPr>
          <p:cNvPr id="204" name="Google Shape;204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Этот файл слишком длинный, скопируйте из </a:t>
            </a:r>
            <a:r>
              <a:rPr lang="ru" sz="2400" u="sng">
                <a:solidFill>
                  <a:schemeClr val="hlink"/>
                </a:solidFill>
                <a:hlinkClick r:id="rId3"/>
              </a:rPr>
              <a:t>github.com/rnmz/lessons</a:t>
            </a:r>
            <a:r>
              <a:rPr lang="ru" sz="2400">
                <a:solidFill>
                  <a:schemeClr val="dk1"/>
                </a:solidFill>
              </a:rPr>
              <a:t> файл ru.json и измените текст под ваш сюжет.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Чему вы научились</a:t>
            </a:r>
            <a:endParaRPr/>
          </a:p>
        </p:txBody>
      </p:sp>
      <p:sp>
        <p:nvSpPr>
          <p:cNvPr id="210" name="Google Shape;210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Перевод сюжета на разные языки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Работа с аудио в pygame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Отрисовка текста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Свои собственные шрифты внутри игры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Динамическая смена фона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Микшер аудио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Смена музыки в зависимости от сцены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Смена языка прямо в игре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ru">
                <a:solidFill>
                  <a:schemeClr val="dk1"/>
                </a:solidFill>
              </a:rPr>
              <a:t>Разные экраны приложения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