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c07b4eef1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c07b4eef1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c07b4eef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c07b4eef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c07b4eef1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c07b4eef1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c07b4eef1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c07b4eef1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c07b4eef1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c07b4eef1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c07b4eef1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c07b4eef1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c07b4eef1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c07b4eef1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c07b4eef1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c07b4eef1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c07b4eef1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c07b4eef1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c07b4eef1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c07b4eef1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c07b4eef1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c07b4eef1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c07b4eef1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c07b4eef1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c07b4eef1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c07b4eef1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c07b4eef1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c07b4eef1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c07b4eef1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c07b4eef1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c07b4eef1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dc07b4eef1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c07b4eef1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c07b4eef1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c07b4eef1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c07b4eef1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c07b4eef1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dc07b4eef1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pixi.js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PixiJS: </a:t>
            </a:r>
            <a:r>
              <a:rPr lang="ru"/>
              <a:t>Vampire Survivors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мы сделаем?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Мы сделаем свою собственную игру “vampire survivors” на pixijs. В ней будут механики убийства, счетчика убийств и стрельбы.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Vampire survivors - игра в жанре Horde Survival (выживание против орд). Задача игрока - убить как можно больше, собрать лут, прокачаться, продолжать дальше.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Немного про PixiJS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PixiJS - Это движок для создания HTML5 контента.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Он позволяет делать очень красивый, </a:t>
            </a:r>
            <a:r>
              <a:rPr lang="ru" sz="2400">
                <a:solidFill>
                  <a:schemeClr val="dk1"/>
                </a:solidFill>
              </a:rPr>
              <a:t>оптимизированный</a:t>
            </a:r>
            <a:r>
              <a:rPr lang="ru" sz="2400">
                <a:solidFill>
                  <a:schemeClr val="dk1"/>
                </a:solidFill>
              </a:rPr>
              <a:t> и интерактивный контент. 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“Под капотом” используется WebGL, который разрабатывают лучшие разработчики мира.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Установка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В терминале введите команду: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npm create </a:t>
            </a:r>
            <a:r>
              <a:rPr lang="ru" sz="24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pixi.js</a:t>
            </a:r>
            <a:r>
              <a:rPr lang="ru" sz="2400">
                <a:solidFill>
                  <a:schemeClr val="dk1"/>
                </a:solidFill>
              </a:rPr>
              <a:t>@latest 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Вам предложат много разных вариантов, вам нужно нажимать только enter на каждый шаг.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Взглянем на структуру проекта</a:t>
            </a:r>
            <a:endParaRPr/>
          </a:p>
        </p:txBody>
      </p:sp>
      <p:pic>
        <p:nvPicPr>
          <p:cNvPr id="78" name="Google Shape;78;p17" title="Screenshot 2026-05-04 at 21.24.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5625" y="1017725"/>
            <a:ext cx="385970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index.html</a:t>
            </a:r>
            <a:endParaRPr/>
          </a:p>
        </p:txBody>
      </p:sp>
      <p:pic>
        <p:nvPicPr>
          <p:cNvPr id="84" name="Google Shape;84;p18" title="Screenshot 2026-05-04 at 21.25.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774" y="1107875"/>
            <a:ext cx="7558451" cy="3609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main.js</a:t>
            </a:r>
            <a:endParaRPr/>
          </a:p>
        </p:txBody>
      </p:sp>
      <p:pic>
        <p:nvPicPr>
          <p:cNvPr id="90" name="Google Shape;90;p19" title="Screenshot 2026-05-04 at 21.26.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2749" y="577762"/>
            <a:ext cx="4538500" cy="398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main.js</a:t>
            </a:r>
            <a:endParaRPr/>
          </a:p>
        </p:txBody>
      </p:sp>
      <p:pic>
        <p:nvPicPr>
          <p:cNvPr id="96" name="Google Shape;96;p20" title="Screenshot 2026-05-04 at 21.27.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4963" y="661263"/>
            <a:ext cx="6476230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main.js</a:t>
            </a:r>
            <a:endParaRPr/>
          </a:p>
        </p:txBody>
      </p:sp>
      <p:pic>
        <p:nvPicPr>
          <p:cNvPr id="102" name="Google Shape;102;p21" title="Screenshot 2026-05-04 at 21.28.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2250" y="724075"/>
            <a:ext cx="725005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main.js</a:t>
            </a:r>
            <a:endParaRPr/>
          </a:p>
        </p:txBody>
      </p:sp>
      <p:pic>
        <p:nvPicPr>
          <p:cNvPr id="108" name="Google Shape;108;p22" title="Screenshot 2026-05-04 at 21.28.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24800"/>
            <a:ext cx="8659831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main.js</a:t>
            </a:r>
            <a:endParaRPr/>
          </a:p>
        </p:txBody>
      </p:sp>
      <p:pic>
        <p:nvPicPr>
          <p:cNvPr id="114" name="Google Shape;114;p23" title="Screenshot 2026-05-04 at 21.29.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650" y="1281625"/>
            <a:ext cx="8839200" cy="2824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main.js</a:t>
            </a:r>
            <a:endParaRPr/>
          </a:p>
        </p:txBody>
      </p:sp>
      <p:pic>
        <p:nvPicPr>
          <p:cNvPr id="120" name="Google Shape;120;p24" title="Screenshot 2026-05-04 at 21.30.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3" cy="2972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main.js</a:t>
            </a:r>
            <a:endParaRPr/>
          </a:p>
        </p:txBody>
      </p:sp>
      <p:pic>
        <p:nvPicPr>
          <p:cNvPr id="126" name="Google Shape;126;p25" title="Screenshot 2026-05-04 at 21.30.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850" y="1017725"/>
            <a:ext cx="775230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main.js</a:t>
            </a:r>
            <a:endParaRPr/>
          </a:p>
        </p:txBody>
      </p:sp>
      <p:pic>
        <p:nvPicPr>
          <p:cNvPr id="132" name="Google Shape;132;p26" title="Screenshot 2026-05-04 at 21.31.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8150" y="661263"/>
            <a:ext cx="6629005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>
            <p:ph type="title"/>
          </p:nvPr>
        </p:nvSpPr>
        <p:spPr>
          <a:xfrm>
            <a:off x="311700" y="266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main.js</a:t>
            </a:r>
            <a:endParaRPr/>
          </a:p>
        </p:txBody>
      </p:sp>
      <p:pic>
        <p:nvPicPr>
          <p:cNvPr id="138" name="Google Shape;138;p27" title="Screenshot 2026-05-04 at 21.31.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9738" y="839300"/>
            <a:ext cx="7980516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main.js</a:t>
            </a:r>
            <a:endParaRPr/>
          </a:p>
        </p:txBody>
      </p:sp>
      <p:pic>
        <p:nvPicPr>
          <p:cNvPr id="144" name="Google Shape;144;p28" title="Screenshot 2026-05-04 at 21.32.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6825" y="1866900"/>
            <a:ext cx="6610350" cy="14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main.js</a:t>
            </a:r>
            <a:endParaRPr/>
          </a:p>
        </p:txBody>
      </p:sp>
      <p:pic>
        <p:nvPicPr>
          <p:cNvPr id="150" name="Google Shape;150;p29" title="Screenshot 2026-05-04 at 21.32.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8800" y="314625"/>
            <a:ext cx="6592676" cy="451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>
            <p:ph type="title"/>
          </p:nvPr>
        </p:nvSpPr>
        <p:spPr>
          <a:xfrm>
            <a:off x="155600" y="143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main.js</a:t>
            </a:r>
            <a:endParaRPr/>
          </a:p>
        </p:txBody>
      </p:sp>
      <p:pic>
        <p:nvPicPr>
          <p:cNvPr id="156" name="Google Shape;156;p30" title="Screenshot 2026-05-04 at 21.32.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1525" y="424625"/>
            <a:ext cx="7284675" cy="429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для запуска</a:t>
            </a:r>
            <a:endParaRPr/>
          </a:p>
        </p:txBody>
      </p:sp>
      <p:sp>
        <p:nvSpPr>
          <p:cNvPr id="162" name="Google Shape;162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В терминале пишем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cd pixi-project (один раз)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npm run dev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мы узнали</a:t>
            </a:r>
            <a:endParaRPr/>
          </a:p>
        </p:txBody>
      </p:sp>
      <p:sp>
        <p:nvSpPr>
          <p:cNvPr id="168" name="Google Shape;16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Работа с клавиатурой и мышкой </a:t>
            </a:r>
            <a:r>
              <a:rPr lang="ru" sz="2400">
                <a:solidFill>
                  <a:schemeClr val="dk1"/>
                </a:solidFill>
              </a:rPr>
              <a:t>(через Pixijs)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Вывод текста </a:t>
            </a:r>
            <a:r>
              <a:rPr lang="ru" sz="2400">
                <a:solidFill>
                  <a:schemeClr val="dk1"/>
                </a:solidFill>
              </a:rPr>
              <a:t>(через Pixijs)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WebGL графика (через Pixijs)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Внедрили немного математики (теорема пифагора: Расстояние между объектами)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