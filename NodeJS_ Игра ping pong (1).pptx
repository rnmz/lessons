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9ef5e48c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9ef5e48c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9ef5e48c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9ef5e48c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ef5e48c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ef5e48c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ef5e48c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9ef5e48c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9ef5e48c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9ef5e48c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9ef5e48c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9ef5e48c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9ef5e48c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9ef5e48c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ef5e48c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9ef5e48c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ef5e48c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9ef5e48c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9ef5e48c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9ef5e48c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ef5e48c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ef5e48c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9ef5e48c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9ef5e48c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ef5e48c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9ef5e48c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9ef5e48c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9ef5e48c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NodeJS: Игра ping pong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мы будем делать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3000">
                <a:solidFill>
                  <a:schemeClr val="dk1"/>
                </a:solidFill>
              </a:rPr>
              <a:t>Сегодня мы сделаем простую игру ping pong на node js и socket.io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чем смысл игры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Два игрока откидывают мяч в друг друга. Если первый игрок отбил мяч и противник пропустил его, то первый игрок получает +1 балл. На поле также появляются различные баффы и золото, которые могут помочь. Побеждает тот, кто закончит игру с наибольшим счетом.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Подготовка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Откройте консоль и выполните команды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npm init -y</a:t>
            </a:r>
            <a:r>
              <a:rPr lang="ru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npm install express socket.io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 </a:t>
            </a:r>
            <a:endParaRPr/>
          </a:p>
        </p:txBody>
      </p:sp>
      <p:pic>
        <p:nvPicPr>
          <p:cNvPr id="78" name="Google Shape;78;p17" title="Screenshot 2026-04-28 at 10.26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7525" y="1073475"/>
            <a:ext cx="67818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8" title="Screenshot 2026-04-28 at 10.26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" y="1017725"/>
            <a:ext cx="837512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168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90" name="Google Shape;90;p19" title="Screenshot 2026-04-28 at 10.28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4700"/>
            <a:ext cx="8839199" cy="2277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265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96" name="Google Shape;96;p20" title="Screenshot 2026-04-28 at 10.30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7825"/>
            <a:ext cx="8839200" cy="3940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02" name="Google Shape;102;p21" title="Screenshot 2026-04-28 at 10.30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15550"/>
            <a:ext cx="8839203" cy="1633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08" name="Google Shape;108;p22" title="Screenshot 2026-04-28 at 10.31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292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104625" y="7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14" name="Google Shape;114;p23" title="Screenshot 2026-04-28 at 10.33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450" y="648800"/>
            <a:ext cx="8148851" cy="424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20" name="Google Shape;120;p24" title="Screenshot 2026-04-28 at 10.34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4925"/>
            <a:ext cx="8839200" cy="328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26" name="Google Shape;126;p25" title="Screenshot 2026-04-28 at 10.35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1418600"/>
            <a:ext cx="878205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Вайбкодинг</a:t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017725"/>
            <a:ext cx="8520600" cy="26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Попробуйте написать фронтенд для этой игры.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Промпт: </a:t>
            </a:r>
            <a:r>
              <a:rPr b="1" lang="ru">
                <a:solidFill>
                  <a:schemeClr val="dk1"/>
                </a:solidFill>
              </a:rPr>
              <a:t>Создай </a:t>
            </a:r>
            <a:r>
              <a:rPr b="1" lang="ru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b="1" lang="ru">
                <a:solidFill>
                  <a:schemeClr val="dk1"/>
                </a:solidFill>
              </a:rPr>
              <a:t> для игры Pong на Socket.io. Дизайн: черный фон, яркие светящиеся цвета. Особенности: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Выведи крупный счет по центру.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Сделай так, чтобы ракетка следовала за вертикальной координатой мыши.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Код сервера для интеграции: %ваш код</a:t>
            </a:r>
            <a:r>
              <a:rPr b="1" lang="ru">
                <a:solidFill>
                  <a:schemeClr val="dk1"/>
                </a:solidFill>
              </a:rPr>
              <a:t>%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33" name="Google Shape;133;p26"/>
          <p:cNvSpPr txBox="1"/>
          <p:nvPr/>
        </p:nvSpPr>
        <p:spPr>
          <a:xfrm>
            <a:off x="193250" y="3934250"/>
            <a:ext cx="871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Если не получается - скопируйте с https://github.com/rnmz/lessons/blob/main/test.html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Чему мы научились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Вспомнили/Узнали про websocket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Поработали с координатами в js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Добавили баффы со случайным временем появления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Вспомнили/Узнали как работает FPS и зачем setInterval в нашей игре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