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9a7eceec5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9a7eceec5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a7eceec5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a7eceec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a7eceec5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a7eceec5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7eceec5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a7eceec5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7eceec5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7eceec5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7eceec5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a7eceec5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7eceec5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7eceec5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a7eceec54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a7eceec5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a7eceec54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a7eceec54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a7eceec54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a7eceec54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7eceec5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a7eceec5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7eceec54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a7eceec54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a7eceec54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a7eceec54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a7eceec54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a7eceec54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a7eceec5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a7eceec5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a7eceec54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a7eceec54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a7eceec5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9a7eceec5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a7eceec5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a7eceec5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7eceec5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9a7eceec5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github.com/rnmz/lessons/tree/main" TargetMode="External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Pygame: Визуальная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новелла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визуальная новелла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жанр компьютерных игр, представляющий собой интерактивную книгу или «графический роман». История рассказывается через текст, сопровождающийся статичными (реже анимированными) изображениями в стиле аниме, фоновой музыкой и звуковыми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Подготовка проекта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Необходимо: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hero.png для героя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bg.png для фона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Если нету - скачайте  </a:t>
            </a:r>
            <a:r>
              <a:rPr lang="ru" sz="2400" u="sng">
                <a:solidFill>
                  <a:schemeClr val="hlink"/>
                </a:solidFill>
                <a:hlinkClick r:id="rId3"/>
              </a:rPr>
              <a:t>github.com/rnmz/lessons/tree/main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67" name="Google Shape;67;p15" title="Screenshot 2026-05-02 at 11.55.3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600" y="3463175"/>
            <a:ext cx="8169974" cy="1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3" name="Google Shape;73;p16" title="Screenshot 2026-05-02 at 12.01.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850" y="1348550"/>
            <a:ext cx="77343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79" name="Google Shape;79;p17" title="Screenshot 2026-05-02 at 11.58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25" y="1125525"/>
            <a:ext cx="8399557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85" name="Google Shape;85;p18" title="Screenshot 2026-05-02 at 11.58.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100" y="1203575"/>
            <a:ext cx="83058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1" name="Google Shape;91;p19" title="Screenshot 2026-05-02 at 12.01.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525" y="1281625"/>
            <a:ext cx="683895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97" name="Google Shape;97;p20" title="Screenshot 2026-05-02 at 12.01.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6625"/>
            <a:ext cx="8839198" cy="2501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3" name="Google Shape;103;p21" title="Screenshot 2026-05-02 at 12.02.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1017725"/>
            <a:ext cx="8477250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09" name="Google Shape;109;p22" title="Screenshot 2026-05-02 at 12.03.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27675"/>
            <a:ext cx="8839199" cy="2028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15" name="Google Shape;115;p23" title="Screenshot 2026-05-02 at 12.03.4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72338"/>
            <a:ext cx="8839200" cy="1598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1" name="Google Shape;121;p24" title="Screenshot 2026-05-02 at 12.04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00" y="1531675"/>
            <a:ext cx="8776001" cy="280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27" name="Google Shape;127;p25" title="Screenshot 2026-05-02 at 12.04.5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5638"/>
            <a:ext cx="8839197" cy="1452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3" name="Google Shape;133;p26" title="Screenshot 2026-05-02 at 12.05.2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1332550"/>
            <a:ext cx="7620000" cy="32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39" name="Google Shape;139;p27" title="Screenshot 2026-05-02 at 12.06.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70500"/>
            <a:ext cx="8839199" cy="321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45" name="Google Shape;145;p28" title="Screenshot 2026-05-02 at 12.06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1181275"/>
            <a:ext cx="8096250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main.py</a:t>
            </a:r>
            <a:endParaRPr/>
          </a:p>
        </p:txBody>
      </p:sp>
      <p:pic>
        <p:nvPicPr>
          <p:cNvPr id="151" name="Google Shape;151;p29" title="Screenshot 2026-05-02 at 12.06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413" y="1017725"/>
            <a:ext cx="6645175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ru.json </a:t>
            </a:r>
            <a:endParaRPr/>
          </a:p>
        </p:txBody>
      </p:sp>
      <p:pic>
        <p:nvPicPr>
          <p:cNvPr id="157" name="Google Shape;157;p30" title="Screenshot 2026-05-02 at 12.09.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0038" y="277750"/>
            <a:ext cx="5551418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0"/>
          <p:cNvSpPr txBox="1"/>
          <p:nvPr>
            <p:ph type="title"/>
          </p:nvPr>
        </p:nvSpPr>
        <p:spPr>
          <a:xfrm>
            <a:off x="397150" y="4191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Скопировать - github.com/rnmz/lessons/blob/main/ru.json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Чему мы научились</a:t>
            </a:r>
            <a:endParaRPr/>
          </a:p>
        </p:txBody>
      </p:sp>
      <p:sp>
        <p:nvSpPr>
          <p:cNvPr id="164" name="Google Shape;164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Мультиязычность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Отрисовка текста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json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Выбор хода сюжета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Отрисовка разных экранов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будет в следующем занятии</a:t>
            </a:r>
            <a:endParaRPr/>
          </a:p>
        </p:txBody>
      </p:sp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Анимации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Разный фон по ходу развития сюжета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Музыкальное сопровождение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2400">
                <a:solidFill>
                  <a:schemeClr val="dk1"/>
                </a:solidFill>
              </a:rPr>
              <a:t>Выбор языка прямо в игре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